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44709" y="2646045"/>
            <a:ext cx="1862733" cy="407075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606" y="2762964"/>
            <a:ext cx="173236" cy="1732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34401" y="2710934"/>
            <a:ext cx="1343144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ANALYTICS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244709" y="313967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Netflix Content Analytics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6244709" y="4890016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Insights on Audience Trends, Content Strategy, and Platform Growth Using SQL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819864"/>
            <a:ext cx="577024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1857494"/>
            <a:ext cx="3705344" cy="2841188"/>
          </a:xfrm>
          <a:prstGeom prst="roundRect">
            <a:avLst>
              <a:gd name="adj" fmla="val 320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68904" y="2081689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C9131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7617" y="2260402"/>
            <a:ext cx="292418" cy="2924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68904" y="29482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Dataset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468904" y="3434358"/>
            <a:ext cx="32569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~8,800 Netflix titles analyzed using SQL to extract strategic insights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10166628" y="1857494"/>
            <a:ext cx="3705463" cy="2841188"/>
          </a:xfrm>
          <a:prstGeom prst="roundRect">
            <a:avLst>
              <a:gd name="adj" fmla="val 320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390823" y="2081689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C9131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9535" y="2260402"/>
            <a:ext cx="292418" cy="2924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90823" y="29482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Focus Areas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390823" y="3434358"/>
            <a:ext cx="32570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types, ratings, genres, regional trends, and growth patterns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244709" y="4915257"/>
            <a:ext cx="7627382" cy="2494478"/>
          </a:xfrm>
          <a:prstGeom prst="roundRect">
            <a:avLst>
              <a:gd name="adj" fmla="val 364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68904" y="5139452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C9131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7617" y="5318165"/>
            <a:ext cx="292418" cy="2924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68904" y="600598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Outcome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468904" y="6492121"/>
            <a:ext cx="71789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 raw data into actionable business intelligence for strategic decisions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92555"/>
            <a:ext cx="806255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Business Challenge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083231" y="2782253"/>
            <a:ext cx="127888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can content metadata be used to understand viewer preferences, content trends, and strategic growth opportunities?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2538532"/>
            <a:ext cx="30480" cy="834152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5" name="Text 3"/>
          <p:cNvSpPr/>
          <p:nvPr/>
        </p:nvSpPr>
        <p:spPr>
          <a:xfrm>
            <a:off x="758309" y="3616404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309" y="3953947"/>
            <a:ext cx="6448544" cy="3048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7" name="Text 5"/>
          <p:cNvSpPr/>
          <p:nvPr/>
        </p:nvSpPr>
        <p:spPr>
          <a:xfrm>
            <a:off x="758309" y="4123134"/>
            <a:ext cx="371463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Investment Decisions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309" y="4609267"/>
            <a:ext cx="64485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Determine which content types deserve budget allocation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23428" y="3616404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23428" y="3953947"/>
            <a:ext cx="6448663" cy="3048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1" name="Text 9"/>
          <p:cNvSpPr/>
          <p:nvPr/>
        </p:nvSpPr>
        <p:spPr>
          <a:xfrm>
            <a:off x="7423428" y="4123134"/>
            <a:ext cx="305359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Regional Strategy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3428" y="4609267"/>
            <a:ext cx="6448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high-contributing markets for expansion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309" y="5334953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8309" y="5672495"/>
            <a:ext cx="6448544" cy="3048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5" name="Text 13"/>
          <p:cNvSpPr/>
          <p:nvPr/>
        </p:nvSpPr>
        <p:spPr>
          <a:xfrm>
            <a:off x="758309" y="5841682"/>
            <a:ext cx="33058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Audience Targeting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8309" y="6327815"/>
            <a:ext cx="64485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 content for specific viewer demographics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423428" y="5334953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23428" y="5672495"/>
            <a:ext cx="6448663" cy="3048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9" name="Text 17"/>
          <p:cNvSpPr/>
          <p:nvPr/>
        </p:nvSpPr>
        <p:spPr>
          <a:xfrm>
            <a:off x="7423428" y="5841682"/>
            <a:ext cx="335661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Content Acquisition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23428" y="6327815"/>
            <a:ext cx="6448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 production and licensing strategies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567583"/>
            <a:ext cx="720066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Analytical Objectives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821787"/>
            <a:ext cx="345436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Content Distribution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44709" y="4394597"/>
            <a:ext cx="35493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Movies vs TV Shows breakdown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4817031"/>
            <a:ext cx="35493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Rating categories analysis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5239464"/>
            <a:ext cx="35493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Genre popularity patterns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330339" y="3821787"/>
            <a:ext cx="313146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Strategic Insights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30339" y="4394597"/>
            <a:ext cx="35493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Regional content contribution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330339" y="4817031"/>
            <a:ext cx="35493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 trends over time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330339" y="5239464"/>
            <a:ext cx="35493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talent identification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643307"/>
            <a:ext cx="819483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Insights Discovered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60031"/>
            <a:ext cx="291250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Movies Dominate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546163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Movies form the majority of Netflix's catalog, indicating clear content preference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19819" y="4060031"/>
            <a:ext cx="302311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Recent Expansion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9819" y="4546163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content released after 2015, showing rapid platform growth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81329" y="4060031"/>
            <a:ext cx="292536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Regional Leaders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81329" y="4546163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U.S. and India are top content-producing countries on the platform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57805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Content Patterns &amp; Trends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436620"/>
            <a:ext cx="23619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TV-MA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758309" y="4422219"/>
            <a:ext cx="236196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Top Rating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4908352"/>
            <a:ext cx="23619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common rating, indicating strong focus on mature audiences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391019" y="3436620"/>
            <a:ext cx="23619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90-120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3391019" y="4422219"/>
            <a:ext cx="236196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Optimal Duration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391019" y="5264587"/>
            <a:ext cx="23619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movies fall within this minute range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023729" y="3436620"/>
            <a:ext cx="23619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6023729" y="4422219"/>
            <a:ext cx="236196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Leading Genres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3729" y="5264587"/>
            <a:ext cx="236196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Drama and International content appear most frequently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02193"/>
            <a:ext cx="670405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Technical Approach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448169"/>
            <a:ext cx="4371261" cy="866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884" y="45312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SQL Techniques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74884" y="5017413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CTEs, window functions, subqueries, and string manipulation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70" y="3448169"/>
            <a:ext cx="4371261" cy="8665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6144" y="45312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Processing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46144" y="5017413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analysis, time-based filtering, and classification logic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830" y="3448169"/>
            <a:ext cx="4371261" cy="8665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405" y="4531281"/>
            <a:ext cx="301121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Analysis Methods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7405" y="5017413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Aggregation, ranking, segmentation, and trend identification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59863"/>
            <a:ext cx="970549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905839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5000"/>
            </a:srgbClr>
          </a:solidFill>
          <a:ln w="30480">
            <a:solidFill>
              <a:srgbClr val="C913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7829" y="2905839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C91313"/>
          </a:solidFill>
          <a:ln/>
        </p:spPr>
      </p:sp>
      <p:sp>
        <p:nvSpPr>
          <p:cNvPr id="5" name="Text 3"/>
          <p:cNvSpPr/>
          <p:nvPr/>
        </p:nvSpPr>
        <p:spPr>
          <a:xfrm>
            <a:off x="1096804" y="3152894"/>
            <a:ext cx="290774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Prioritize Movies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6804" y="3639026"/>
            <a:ext cx="58629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Continue focusing on movie production and acquisition as they dominate the catalog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428" y="2905839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5000"/>
            </a:srgbClr>
          </a:solidFill>
          <a:ln w="30480">
            <a:solidFill>
              <a:srgbClr val="740B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2948" y="2905839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740B0A"/>
          </a:solidFill>
          <a:ln/>
        </p:spPr>
      </p:sp>
      <p:sp>
        <p:nvSpPr>
          <p:cNvPr id="9" name="Text 7"/>
          <p:cNvSpPr/>
          <p:nvPr/>
        </p:nvSpPr>
        <p:spPr>
          <a:xfrm>
            <a:off x="7761923" y="3152894"/>
            <a:ext cx="364474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Invest in Key Markets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61923" y="3639026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Strengthen investments in U.S. and Indian markets for maximum content contribution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8309" y="4796076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5000"/>
            </a:srgbClr>
          </a:solidFill>
          <a:ln w="30480">
            <a:solidFill>
              <a:srgbClr val="510C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829" y="4796076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510C0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6804" y="504313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Genre Strategy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6804" y="5529263"/>
            <a:ext cx="58629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future content around Drama and International genres for audience alignment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23428" y="4796076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5000"/>
            </a:srgbClr>
          </a:solidFill>
          <a:ln w="30480">
            <a:solidFill>
              <a:srgbClr val="C913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2948" y="4796076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C91313"/>
          </a:solidFill>
          <a:ln/>
        </p:spPr>
      </p:sp>
      <p:sp>
        <p:nvSpPr>
          <p:cNvPr id="17" name="Text 15"/>
          <p:cNvSpPr/>
          <p:nvPr/>
        </p:nvSpPr>
        <p:spPr>
          <a:xfrm>
            <a:off x="7761923" y="5043130"/>
            <a:ext cx="306300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Optimize Duration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61923" y="5529263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 90-120 minute range for movies, aligning with dominant trends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545794"/>
            <a:ext cx="705862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Tools &amp; Technologies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09" y="3583424"/>
            <a:ext cx="649962" cy="6499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8309" y="450413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PostgreSQL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58309" y="4990267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analysis engine for querying and data transformations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7374" y="3583424"/>
            <a:ext cx="649962" cy="6499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07374" y="450413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GitHub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707374" y="4990267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documentation and version control management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86629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Project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1903928"/>
            <a:ext cx="762738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Netflix content analysis demonstrates how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analytics drives strategic business decisions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the streaming industry. By combining technical SQL expertise with business intelligence, the project reveals actionable insights for content planning, market focus, and audience targeting.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3881199"/>
            <a:ext cx="3705344" cy="1984177"/>
          </a:xfrm>
          <a:prstGeom prst="roundRect">
            <a:avLst>
              <a:gd name="adj" fmla="val 4586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2504" y="4105394"/>
            <a:ext cx="3256955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Technical Excellence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82504" y="4947761"/>
            <a:ext cx="32569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SQL techniques applied to real-world dataset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80228" y="3881199"/>
            <a:ext cx="3705463" cy="1984177"/>
          </a:xfrm>
          <a:prstGeom prst="roundRect">
            <a:avLst>
              <a:gd name="adj" fmla="val 4586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04423" y="41053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Business Value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04423" y="4591526"/>
            <a:ext cx="32570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Insights that directly support organizational strategy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8309" y="6081951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2504" y="6306145"/>
            <a:ext cx="356127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Practical Application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2504" y="6792278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Simulates actual data analyst responsibilities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2026-01-10T08:14:22Z</dcterms:created>
  <dcterms:modified xsi:type="dcterms:W3CDTF">2026-01-10T08:14:22Z</dcterms:modified>
</cp:coreProperties>
</file>